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635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B300"/>
                </a:solidFill>
                <a:latin typeface="Calibri"/>
              </a:rPr>
              <a:t>AGENTIC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Agent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C9D3E0"/>
                </a:solidFill>
                <a:latin typeface="Calibri"/>
              </a:rPr>
              <a:t>Building, hosting, registering and invoking an agent on ACP / Luminate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3E0"/>
                </a:solidFill>
                <a:latin typeface="Calibri"/>
              </a:rPr>
              <a:t>An MCP server is only ever called. An agent is both a caller and a callee —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and those are two registrations with two requirement 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C9D3E0"/>
                </a:solidFill>
                <a:latin typeface="Calibri"/>
              </a:rPr>
              <a:t>ETAB / ATG / ISRA submission  ·  EACPP-1290  ·  Sun Life ACP Product Team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06070"/>
                </a:solidFill>
                <a:latin typeface="Calibri"/>
              </a:rPr>
              <a:t>Verified against luminate origin/main 1c4a0003 and the live SLF dev + prod estates, 2026-09-08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300"/>
                </a:solidFill>
                <a:latin typeface="Calibri"/>
              </a:rPr>
              <a:t>AGENTIC CONTROL PLANE · AGENT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Egress and ingress are two registrations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06070"/>
                </a:solidFill>
                <a:latin typeface="Calibri"/>
              </a:rPr>
              <a:t>Agent Patterns — building, hosting, registering and invoking an agent · ETAB / ATG / ISRA submission · EACPP-1290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06070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2B3C"/>
                </a:solidFill>
                <a:latin typeface="Calibri"/>
              </a:rPr>
              <a:t>Registering an agent and granting it a model makes it a governed caller. It does not make it callable.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5532120" cy="2286000"/>
          </a:xfrm>
          <a:prstGeom prst="rect">
            <a:avLst/>
          </a:prstGeom>
          <a:solidFill>
            <a:srgbClr val="DA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5532120" cy="76200"/>
          </a:xfrm>
          <a:prstGeom prst="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B2B3C"/>
                </a:solidFill>
                <a:latin typeface="Calibri"/>
              </a:rPr>
              <a:t>EGRESS — the agent as caller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50592"/>
            <a:ext cx="525780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Agent record + Deployment + credential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AccessPolicy: source_agent → model | mcp_server | agent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Calls /llm, /mcp/{ep}, /a2a/{ep}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Production-proven; the majority of the estate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532120" cy="2286000"/>
          </a:xfrm>
          <a:prstGeom prst="rect">
            <a:avLst/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920240"/>
            <a:ext cx="553212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2996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B2B3C"/>
                </a:solidFill>
                <a:latin typeface="Calibri"/>
              </a:rPr>
              <a:t>INGRESS — the agent as callee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50592"/>
            <a:ext cx="525780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Everything above, PLUS an AgentDeployment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endpoint_name + backend_endpoint — this is what emits a route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AccessPolicy: source → target_agent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Served at /a2a/{endpoint_name}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480560"/>
            <a:ext cx="11292840" cy="1600200"/>
          </a:xfrm>
          <a:prstGeom prst="rect">
            <a:avLst/>
          </a:prstGeom>
          <a:solidFill>
            <a:srgbClr val="F8C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480560"/>
            <a:ext cx="11292840" cy="76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B2B3C"/>
                </a:solidFill>
                <a:latin typeface="Calibri"/>
              </a:rPr>
              <a:t>What that costs today, in the live dev estate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B2B3C"/>
                </a:solidFill>
                <a:latin typeface="Calibri"/>
              </a:rPr>
              <a:t>8 of 10 registered agents have no A2A endpoint and are not callable by anything — with no record that this was a decision.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C62828"/>
                </a:solidFill>
                <a:latin typeface="Calibri"/>
              </a:rPr>
              <a:t>One of them, claims-adjudicator, is already the target of an ACTIVE access policy. The call authorizes, then fails at the proxy hop. Nothing reconciles the two.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300"/>
                </a:solidFill>
                <a:latin typeface="Calibri"/>
              </a:rPr>
              <a:t>AGENTIC CONTROL PLANE · AGENT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architecture, as submitted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06070"/>
                </a:solidFill>
                <a:latin typeface="Calibri"/>
              </a:rPr>
              <a:t>Agent Patterns — building, hosting, registering and invoking an agent · ETAB / ATG / ISRA submission · EACPP-1290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06070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2B3C"/>
                </a:solidFill>
                <a:latin typeface="Calibri"/>
              </a:rPr>
              <a:t>No agent reaches anything, and is reached by nothing, except through a gateway that authenticates, authorizes and records the call.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2468880" cy="2011680"/>
          </a:xfrm>
          <a:prstGeom prst="rect">
            <a:avLst/>
          </a:prstGeom>
          <a:solidFill>
            <a:srgbClr val="DA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57400"/>
            <a:ext cx="2468880" cy="76200"/>
          </a:xfrm>
          <a:prstGeom prst="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6712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B2B3C"/>
                </a:solidFill>
                <a:latin typeface="Calibri"/>
              </a:rPr>
              <a:t>Agent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87752"/>
            <a:ext cx="21945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Any substrate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Registered · deployed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Holds a machine credential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057400"/>
            <a:ext cx="2834640" cy="20116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2057400"/>
            <a:ext cx="2834640" cy="762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16712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B2B3C"/>
                </a:solidFill>
                <a:latin typeface="Calibri"/>
              </a:rPr>
              <a:t>Luminate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587752"/>
            <a:ext cx="25603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authn · authz · guardrails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/llm · /mcp/{ep} · /a2a/{ep}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RFC 8693 exchange on A2A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057400"/>
            <a:ext cx="2560320" cy="2011680"/>
          </a:xfrm>
          <a:prstGeom prst="rect">
            <a:avLst/>
          </a:prstGeom>
          <a:solidFill>
            <a:srgbClr val="E1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057400"/>
            <a:ext cx="2560320" cy="76200"/>
          </a:xfrm>
          <a:prstGeom prst="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16712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B2B3C"/>
                </a:solidFill>
                <a:latin typeface="Calibri"/>
              </a:rPr>
              <a:t>Control plane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87752"/>
            <a:ext cx="22860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Catalogue · access policy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CheckAccess — fail closed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Audit · usage ledger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2057400"/>
            <a:ext cx="2606040" cy="2011680"/>
          </a:xfrm>
          <a:prstGeom prst="rect">
            <a:avLst/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2057400"/>
            <a:ext cx="260604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16712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B2B3C"/>
                </a:solidFill>
                <a:latin typeface="Calibri"/>
              </a:rPr>
              <a:t>Targets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587752"/>
            <a:ext cx="23317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Model · MCP server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Agent B (A2A JSON-RPC)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Systems of record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999232" y="2880360"/>
            <a:ext cx="219456" cy="201168"/>
          </a:xfrm>
          <a:prstGeom prst="rightArrow">
            <a:avLst/>
          </a:prstGeom>
          <a:solidFill>
            <a:srgbClr val="60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6108192" y="2880360"/>
            <a:ext cx="219456" cy="201168"/>
          </a:xfrm>
          <a:prstGeom prst="rightArrow">
            <a:avLst/>
          </a:prstGeom>
          <a:solidFill>
            <a:srgbClr val="60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8942832" y="2880360"/>
            <a:ext cx="219456" cy="201168"/>
          </a:xfrm>
          <a:prstGeom prst="rightArrow">
            <a:avLst/>
          </a:prstGeom>
          <a:solidFill>
            <a:srgbClr val="60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343400"/>
            <a:ext cx="11292840" cy="17373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98848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2B3C"/>
                </a:solidFill>
                <a:latin typeface="Calibri"/>
              </a:rPr>
              <a:t>What the architecture deliberately does NOT assert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C62828"/>
                </a:solidFill>
                <a:latin typeface="Calibri"/>
              </a:rPr>
              <a:t>Content is scanned on the A2A lane  —  no guardrail can bind to an agent as a callee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C62828"/>
                </a:solidFill>
                <a:latin typeface="Calibri"/>
              </a:rPr>
              <a:t>Deactivating an agent contains it  —  it stops ingress only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C62828"/>
                </a:solidFill>
                <a:latin typeface="Calibri"/>
              </a:rPr>
              <a:t>governance_state gates anything  —  zero runtime consumers, in the platform's own words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C62828"/>
                </a:solidFill>
                <a:latin typeface="Calibri"/>
              </a:rPr>
              <a:t>Call volume or spend is bounded  —  the gateway holds no quota references at 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300"/>
                </a:solidFill>
                <a:latin typeface="Calibri"/>
              </a:rPr>
              <a:t>AGENTIC CONTROL PLANE · AGENT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Pick your shape — four questions, in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06070"/>
                </a:solidFill>
                <a:latin typeface="Calibri"/>
              </a:rPr>
              <a:t>Agent Patterns — building, hosting, registering and invoking an agent · ETAB / ATG / ISRA submission · EACPP-1290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06070"/>
                </a:solidFill>
                <a:latin typeface="Calibri"/>
              </a:rPr>
              <a:t>4</a:t>
            </a:r>
          </a:p>
        </p:txBody>
      </p:sp>
      <p:sp>
        <p:nvSpPr>
          <p:cNvPr id="9" name="Pentagon 8"/>
          <p:cNvSpPr/>
          <p:nvPr/>
        </p:nvSpPr>
        <p:spPr>
          <a:xfrm>
            <a:off x="502920" y="1783080"/>
            <a:ext cx="2734056" cy="1371600"/>
          </a:xfrm>
          <a:prstGeom prst="homePlate">
            <a:avLst/>
          </a:prstGeom>
          <a:solidFill>
            <a:srgbClr val="DA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874520"/>
            <a:ext cx="2276856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606070"/>
                </a:solidFill>
                <a:latin typeface="Calibri"/>
              </a:rPr>
              <a:t>QUESTION 1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B2B3C"/>
                </a:solidFill>
                <a:latin typeface="Calibri"/>
              </a:rPr>
              <a:t>Callable?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B2B3C"/>
                </a:solidFill>
                <a:latin typeface="Calibri"/>
              </a:rPr>
              <a:t>Will another agent invoke yours?
If not — egress only. Record it.</a:t>
            </a:r>
          </a:p>
        </p:txBody>
      </p:sp>
      <p:sp>
        <p:nvSpPr>
          <p:cNvPr id="11" name="Chevron 10"/>
          <p:cNvSpPr/>
          <p:nvPr/>
        </p:nvSpPr>
        <p:spPr>
          <a:xfrm>
            <a:off x="3310128" y="1783080"/>
            <a:ext cx="2734056" cy="1371600"/>
          </a:xfrm>
          <a:prstGeom prst="chevron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20"/>
            <a:ext cx="2276856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606070"/>
                </a:solidFill>
                <a:latin typeface="Calibri"/>
              </a:rPr>
              <a:t>QUESTION 2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B2B3C"/>
                </a:solidFill>
                <a:latin typeface="Calibri"/>
              </a:rPr>
              <a:t>A2A capable?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B2B3C"/>
                </a:solidFill>
                <a:latin typeface="Calibri"/>
              </a:rPr>
              <a:t>Remote HTTP service speaking
A2A JSON-RPC at a stable URL?</a:t>
            </a:r>
          </a:p>
        </p:txBody>
      </p:sp>
      <p:sp>
        <p:nvSpPr>
          <p:cNvPr id="13" name="Chevron 12"/>
          <p:cNvSpPr/>
          <p:nvPr/>
        </p:nvSpPr>
        <p:spPr>
          <a:xfrm>
            <a:off x="6117336" y="1783080"/>
            <a:ext cx="2734056" cy="1371600"/>
          </a:xfrm>
          <a:prstGeom prst="chevron">
            <a:avLst/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874520"/>
            <a:ext cx="2276856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606070"/>
                </a:solidFill>
                <a:latin typeface="Calibri"/>
              </a:rPr>
              <a:t>QUESTION 3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B2B3C"/>
                </a:solidFill>
                <a:latin typeface="Calibri"/>
              </a:rPr>
              <a:t>Substrate?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B2B3C"/>
                </a:solidFill>
                <a:latin typeface="Calibri"/>
              </a:rPr>
              <a:t>OpenShift · EKS in-cluster ·
Bedrock AgentCore · Lambda</a:t>
            </a:r>
          </a:p>
        </p:txBody>
      </p:sp>
      <p:sp>
        <p:nvSpPr>
          <p:cNvPr id="15" name="Chevron 14"/>
          <p:cNvSpPr/>
          <p:nvPr/>
        </p:nvSpPr>
        <p:spPr>
          <a:xfrm>
            <a:off x="8924544" y="1783080"/>
            <a:ext cx="2734056" cy="1371600"/>
          </a:xfrm>
          <a:prstGeom prst="chevron">
            <a:avLst/>
          </a:prstGeom>
          <a:solidFill>
            <a:srgbClr val="E1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0576" y="1874520"/>
            <a:ext cx="2276856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606070"/>
                </a:solidFill>
                <a:latin typeface="Calibri"/>
              </a:rPr>
              <a:t>QUESTION 4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B2B3C"/>
                </a:solidFill>
                <a:latin typeface="Calibri"/>
              </a:rPr>
              <a:t>Exchange?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B2B3C"/>
                </a:solidFill>
                <a:latin typeface="Calibri"/>
              </a:rPr>
              <a:t>Can the gateway run the
on-behalf-of exchange?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520440"/>
          <a:ext cx="11155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  <a:gridCol w="2286000"/>
                <a:gridCol w="2468880"/>
                <a:gridCol w="2194560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S1 OpenShift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S2 EKS in-cluster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S3 Bedrock AgentCore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S4 AWS Lambda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Ingress capable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Unproven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Yes (dev)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Needs a stable URL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TLS on the hop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SLF PKI — merged bundle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usually none (plain HTTP)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public roots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public roots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ASR-5 control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NetworkPolicy + route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NetworkPolicy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resource + VPCe policy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private API GW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Inbound authorizer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the agent's own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the agent's own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custom JWT authorizer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the function's own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Cold-start token risk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HIGH — rate-limited mint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Live example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policy-assistant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fdes-pharmacy-agent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06070"/>
                </a:solidFill>
                <a:latin typeface="Calibri"/>
              </a:rPr>
              <a:t>Three further platforms carry a recorded verdict: Microsoft Copilot and AWS Quick Suite agents are out of scope as governed agents (no interposition point); developer / laptop agents are permanently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300"/>
                </a:solidFill>
                <a:latin typeface="Calibri"/>
              </a:rPr>
              <a:t>AGENTIC CONTROL PLANE · AGENT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Ingress identity: delegated, or degraded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06070"/>
                </a:solidFill>
                <a:latin typeface="Calibri"/>
              </a:rPr>
              <a:t>Agent Patterns — building, hosting, registering and invoking an agent · ETAB / ATG / ISRA submission · EACPP-1290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06070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2B3C"/>
                </a:solidFill>
                <a:latin typeface="Calibri"/>
              </a:rPr>
              <a:t>There is no agent identity mode. Every routable agent deployment is a delegated target — the only alternative is a degrade that sends nothing.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611880" cy="2286000"/>
          </a:xfrm>
          <a:prstGeom prst="rect">
            <a:avLst/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361188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7568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B2B3C"/>
                </a:solidFill>
                <a:latin typeface="Calibri"/>
              </a:rPr>
              <a:t>DELEGATED — conformant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96312"/>
            <a:ext cx="33375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backendAuth.oauthTokenExchange on the route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aud = agent-{agentUUID}-{deploymentUUID}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Deployment-scoped, so a staging token cannot be spent in prod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The callee learns who called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965960"/>
            <a:ext cx="3611880" cy="228600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965960"/>
            <a:ext cx="3611880" cy="762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07568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B2B3C"/>
                </a:solidFill>
                <a:latin typeface="Calibri"/>
              </a:rPr>
              <a:t>WITHHELD — safe refusal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496312"/>
            <a:ext cx="33375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The gateway cannot run the exchange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Route dropped from the config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503 endpoint_withheld at the gate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RFC 9728 discovery 404s — the tell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965960"/>
            <a:ext cx="3611880" cy="2286000"/>
          </a:xfrm>
          <a:prstGeom prst="rect">
            <a:avLst/>
          </a:prstGeom>
          <a:solidFill>
            <a:srgbClr val="F8C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965960"/>
            <a:ext cx="3611880" cy="76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207568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B2B3C"/>
                </a:solidFill>
                <a:latin typeface="Calibri"/>
              </a:rPr>
              <a:t>DEGRADED — not conformant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2496312"/>
            <a:ext cx="33375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No backendAuth on the route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The caller's own credential is forwarded, unchanged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Safe only if the upstream is the platform's own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All four PROD routes are here today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526280"/>
            <a:ext cx="11292840" cy="15087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681728"/>
            <a:ext cx="107899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2B3C"/>
                </a:solidFill>
                <a:latin typeface="Calibri"/>
              </a:rPr>
              <a:t>Dev and prod disagree, and the difference is 49 commits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D32"/>
                </a:solidFill>
                <a:latin typeface="Calibri"/>
              </a:rPr>
              <a:t>DEV   inlinePolicies: [a2a, backendTLS, backendAuth.oauthTokenExchange → aud agent-01a01b8b-…]     ← conformant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C62828"/>
                </a:solidFill>
                <a:latin typeface="Calibri"/>
              </a:rPr>
              <a:t>PROD  inlinePolicies: [a2a, backendTLS]                                                            ← no credential reaches the agent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B2B3C"/>
                </a:solidFill>
                <a:latin typeface="Calibri"/>
              </a:rPr>
              <a:t>Not exploitable today only because prod holds ZERO target_type=agent policies. The control holding the line is the absence of a grant.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300"/>
                </a:solidFill>
                <a:latin typeface="Calibri"/>
              </a:rPr>
              <a:t>AGENTIC CONTROL PLANE · AGENT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stop control is asymmetric — and it runs the wrong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06070"/>
                </a:solidFill>
                <a:latin typeface="Calibri"/>
              </a:rPr>
              <a:t>Agent Patterns — building, hosting, registering and invoking an agent · ETAB / ATG / ISRA submission · EACPP-1290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06070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2B3C"/>
                </a:solidFill>
                <a:latin typeface="Calibri"/>
              </a:rPr>
              <a:t>Setting an agent inactive stops other agents calling it. It does not stop it calling anything.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5532120" cy="1965960"/>
          </a:xfrm>
          <a:prstGeom prst="rect">
            <a:avLst/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553212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2140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B2B3C"/>
                </a:solidFill>
                <a:latin typeface="Calibri"/>
              </a:rPr>
              <a:t>INGRESS — stopped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42032"/>
            <a:ext cx="525780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authz.rego: allowed_agents requires agent.status == "active"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_collect_agents() selects ACTIVE only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An inactive agent drops out of the fact bundle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Every A2A call to it denies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011680"/>
            <a:ext cx="5532120" cy="1965960"/>
          </a:xfrm>
          <a:prstGeom prst="rect">
            <a:avLst/>
          </a:prstGeom>
          <a:solidFill>
            <a:srgbClr val="F8C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011680"/>
            <a:ext cx="5532120" cy="76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2140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B2B3C"/>
                </a:solidFill>
                <a:latin typeface="Calibri"/>
              </a:rPr>
              <a:t>EGRESS — unaffected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42032"/>
            <a:ext cx="525780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_source_matches(policy) if { policy.source_id == input.jwt.sub }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One line. It never consults input.agents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_collect_policies filters on policy status, not source status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verify_api_key never reads owner_agent.status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51960"/>
            <a:ext cx="11292840" cy="17830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51960"/>
            <a:ext cx="11292840" cy="762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107899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2B3C"/>
                </a:solidFill>
                <a:latin typeface="Calibri"/>
              </a:rPr>
              <a:t>What the runbook must actually say (ASR-32 · DD-7)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2B2B3C"/>
                </a:solidFill>
                <a:latin typeface="Calibri"/>
              </a:rPr>
              <a:t>To stop EGRESS:  1 · revoke the OAuthCredential   2 · revoke or expire any APIKey   3 · revoke the source AccessPolicy rows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B2B3C"/>
                </a:solidFill>
                <a:latin typeface="Calibri"/>
              </a:rPr>
              <a:t>Revocation has a tail — a token minted a second before revocation lives to expiry. Revoking the POLICIES closes that, because the policy is consulted on every request.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C62828"/>
                </a:solidFill>
                <a:latin typeface="Calibri"/>
              </a:rPr>
              <a:t>governance_state = suspended records, previews the cascade, audits it — and refuses nothing. "The state is real and the denial is not." — the platform's own docstring.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300"/>
                </a:solidFill>
                <a:latin typeface="Calibri"/>
              </a:rPr>
              <a:t>AGENTIC CONTROL PLANE · AGENT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Content control on the A2A lane is caller-side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06070"/>
                </a:solidFill>
                <a:latin typeface="Calibri"/>
              </a:rPr>
              <a:t>Agent Patterns — building, hosting, registering and invoking an agent · ETAB / ATG / ISRA submission · EACPP-1290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06070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2B3C"/>
                </a:solidFill>
                <a:latin typeface="Calibri"/>
              </a:rPr>
              <a:t>GuardrailTargetType has an AGENT member. It covers the agent as CALLER. There is no way to bind a guardrail to an agent as a callee.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011680"/>
          <a:ext cx="111556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754880"/>
                <a:gridCol w="3291840"/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Attachment scope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Fires on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Available for agents?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organization / project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anything under it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api_key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the credential presented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requests MADE BY that agent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Yes — source side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application / mcp_server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requests made by that entity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target_model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every request TO that model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target_mcp_server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every request TO that MCP server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target_agent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every request TO that agent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B2B3C"/>
                          </a:solidFill>
                          <a:latin typeface="Calibri"/>
                        </a:rPr>
                        <a:t>DOES NOT EXIST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617720"/>
            <a:ext cx="11292840" cy="1417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773168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2B3C"/>
                </a:solidFill>
                <a:latin typeface="Calibri"/>
              </a:rPr>
              <a:t>Proved twice over, and the platform states the reason itself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C62828"/>
                </a:solidFill>
                <a:latin typeface="Calibri"/>
              </a:rPr>
              <a:t>grep -rn "target_agent" backend/app/guardrails/  →  0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B2B3C"/>
                </a:solidFill>
                <a:latin typeface="Calibri"/>
              </a:rPr>
              <a:t>_TARGET_SCOPED_FLOWS = frozenset({"model", "mcp_server"})   "authz.rego has a model branch and an mcp_server branch and no agent branch"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B2B3C"/>
                </a:solidFill>
                <a:latin typeface="Calibri"/>
              </a:rPr>
              <a:t>Interim (ASR-22): every caller granted the endpoint carries a source-scoped guardrail, and the callee records the requirement. Guardrail attachments in SLF dev today: ZERO.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300"/>
                </a:solidFill>
                <a:latin typeface="Calibri"/>
              </a:rPr>
              <a:t>AGENTIC CONTROL PLANE · AGENT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conformance profile — ASR-1 to ASR-34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06070"/>
                </a:solidFill>
                <a:latin typeface="Calibri"/>
              </a:rPr>
              <a:t>Agent Patterns — building, hosting, registering and invoking an agent · ETAB / ATG / ISRA submission · EACPP-1290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06070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2B3C"/>
                </a:solidFill>
                <a:latin typeface="Calibri"/>
              </a:rPr>
              <a:t>Every requirement carries a direction, an enforcement point and a verification method. A requirement that cannot be evidenced is not a requirement.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011680"/>
          <a:ext cx="1133856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43000"/>
                <a:gridCol w="3931920"/>
                <a:gridCol w="3246120"/>
              </a:tblGrid>
              <a:tr h="42062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IDs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it covers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The one that catches people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A · Direction and addressability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ASR-1 – 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declare direction; A2A JSON-RPC; endpoint hygiene; reachability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ASR-6 — the registered query string is DISCARDED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B · Catalogue and lifecycle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ASR-8 – 12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vocabulary; one runtime per env; governance; no grant without a route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ASR-11 — a grant can exist with no route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C · Identity and credentials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ASR-13 – 19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served only with the exchange; validate the deployment audience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ASR-17 — an API key is refused on /a2a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D · Authorization and content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ASR-20 – 24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least privilege; untrusted input; caller-side guardrails; bound yourself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ASR-22 — you cannot scan your own ingress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E · Build and supply chain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ASR-25 – 28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JTE path; Checkmarx; Snyk; SonarQube; image provenance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ASR-26 — a green stage is not a scan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F · Runtime and secrets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ASR-29 – 30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non-root; requests AND limits incl. init; Vault / Secrets Manager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ASR-29 — Gatekeeper denies silently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G · Observability and lifecycle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ASR-31 – 34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delegated-cost decision; the stop path; run correlation; classification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ASR-32 — deactivation is not containment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53212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070"/>
                </a:solidFill>
                <a:latin typeface="Calibri"/>
              </a:rPr>
              <a:t>Numbered ASR- so it can be cited alongside the MCP profile's MSR-1 to MSR-30 without collision. 35 ISRA controls (C-1 to C-35), 12 design decisions, a 16-item threat model and 11 residual risks are in the D2 assurance page.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300"/>
                </a:solidFill>
                <a:latin typeface="Calibri"/>
              </a:rPr>
              <a:t>AGENTIC CONTROL PLANE · AGENT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Gaps, split by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06070"/>
                </a:solidFill>
                <a:latin typeface="Calibri"/>
              </a:rPr>
              <a:t>Agent Patterns — building, hosting, registering and invoking an agent · ETAB / ATG / ISRA submission · EACPP-1290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06070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2B3C"/>
                </a:solidFill>
                <a:latin typeface="Calibri"/>
              </a:rPr>
              <a:t>Three of the four high-severity gaps are consortium-owned, and all three are the same shape: a governance surface that is visible, modelled, and does not act.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011680"/>
          <a:ext cx="11155680" cy="3922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657600"/>
                <a:gridCol w="1371600"/>
                <a:gridCol w="731520"/>
                <a:gridCol w="4754880"/>
              </a:tblGrid>
              <a:tr h="3017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Sev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Interim</a:t>
                      </a:r>
                    </a:p>
                  </a:txBody>
                  <a:tcPr marL="54864" marR="54864">
                    <a:solidFill>
                      <a:srgbClr val="1A1A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G-1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Kill switch does not stop egress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Consortium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Revoke credential + policies; drill it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G-2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No guardrail can target an agent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Consortium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Caller-side guardrails, recorded on the callee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G-3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Governance state enforces nothing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Consortium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Record only; declared as residual risk R-3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G-4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No reachability or health probe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Consortium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Post-registration call; alert on gateway 5xx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G-5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No agent card through the gateway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Consortium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Catalogue record is the inventory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G-6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No GenAI operation name on the lane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Consortium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Forward the delegated token for cost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G-7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Registered query string discarded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Consortium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Use the default qualifier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G-9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Prod predates the A2A exchange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Sun Life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No prod A2A grant until the uplift ships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G-10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Harness SDK cannot reach the lane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Sun Life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— (four defects, four tests)</a:t>
                      </a:r>
                    </a:p>
                  </a:txBody>
                  <a:tcPr marL="54864" marR="54864" marT="18288" marB="18288">
                    <a:solidFill>
                      <a:srgbClr val="F8CEC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G-11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Estate does not match its own grants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Sun Life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Standing reconciliation queries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G-12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Scanning gates disabled estate-wide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Sun Life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— (enable and evidence)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G-13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OpenShift and Lambda unexercised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Sun Life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B2B3C"/>
                          </a:solidFill>
                          <a:latin typeface="Calibri"/>
                        </a:rPr>
                        <a:t>— (prove one agent on each)</a:t>
                      </a:r>
                    </a:p>
                  </a:txBody>
                  <a:tcPr marL="54864" marR="54864" marT="18288" marB="18288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B300"/>
                </a:solidFill>
                <a:latin typeface="Calibri"/>
              </a:rPr>
              <a:t>AGENTIC CONTROL PLANE · AGENT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What ETAB is being asked to approve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06070"/>
                </a:solidFill>
                <a:latin typeface="Calibri"/>
              </a:rPr>
              <a:t>Agent Patterns — building, hosting, registering and invoking an agent · ETAB / ATG / ISRA submission · EACPP-1290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06070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2B3C"/>
                </a:solidFill>
                <a:latin typeface="Calibri"/>
              </a:rPr>
              <a:t>Five things, and two of them are concessions rather than claims.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5532120" cy="1965960"/>
          </a:xfrm>
          <a:prstGeom prst="rect">
            <a:avLst/>
          </a:prstGeom>
          <a:solidFill>
            <a:srgbClr val="DA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5532120" cy="76200"/>
          </a:xfrm>
          <a:prstGeom prst="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7568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B2B3C"/>
                </a:solidFill>
                <a:latin typeface="Calibri"/>
              </a:rPr>
              <a:t>The pattern and the direction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96312"/>
            <a:ext cx="525780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An agent reaches, and is reached, only through a gateway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Four substrates + three recorded out-of-scope verdicts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Egress and ingress are two registrations (DD-1) — the change that stops agents being registered and unreachable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965960"/>
            <a:ext cx="5532120" cy="1965960"/>
          </a:xfrm>
          <a:prstGeom prst="rect">
            <a:avLst/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965960"/>
            <a:ext cx="553212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7568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B2B3C"/>
                </a:solidFill>
                <a:latin typeface="Calibri"/>
              </a:rPr>
              <a:t>The conformance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96312"/>
            <a:ext cx="525780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ASR-1 to ASR-34, each with an enforcement point and a verification method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35 ISRA controls, evidenced once per substrate and reused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B2B3C"/>
                </a:solidFill>
                <a:latin typeface="Calibri"/>
              </a:rPr>
              <a:t>• A control is met when its artefact is retrievable — not when a stage is green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06240"/>
            <a:ext cx="11292840" cy="182880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06240"/>
            <a:ext cx="11292840" cy="762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07408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2B3C"/>
                </a:solidFill>
                <a:latin typeface="Calibri"/>
              </a:rPr>
              <a:t>The three decisions that concede a platform limitation, and name the compensating architecture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B2B3C"/>
                </a:solidFill>
                <a:latin typeface="Calibri"/>
              </a:rPr>
              <a:t>DD-5   An ingress endpoint is served only where the on-behalf-of exchange runs — otherwise withhold it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B2B3C"/>
                </a:solidFill>
                <a:latin typeface="Calibri"/>
              </a:rPr>
              <a:t>DD-7   The stop control is credential and policy revocation, NOT deactivation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B2B3C"/>
                </a:solidFill>
                <a:latin typeface="Calibri"/>
              </a:rPr>
              <a:t>DD-8   Content control on A2A ingress is a caller-side obligation recorded on the callee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C62828"/>
                </a:solidFill>
                <a:latin typeface="Calibri"/>
              </a:rPr>
              <a:t>…and eleven residual risks, accepted explicitly rather than assumed away.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635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one rule to take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B300"/>
                </a:solidFill>
                <a:latin typeface="Calibri"/>
              </a:rPr>
              <a:t>Claim only controls that run.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9D3E0"/>
                </a:solidFill>
                <a:latin typeface="Calibri"/>
              </a:rPr>
              <a:t>A field, a serializer and an admin page are not a control. Where the platform records rather than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9D3E0"/>
                </a:solidFill>
                <a:latin typeface="Calibri"/>
              </a:rPr>
              <a:t>enforces, this pattern says so, names the compensating measure, and raises it with its owner.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specs/agent-patterns/ — D0 · D1 · D2 (9 pages) · D3 · pattern.md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C9D3E0"/>
                </a:solidFill>
                <a:latin typeface="Calibri"/>
              </a:rPr>
              <a:t>EDAEACP/acp-product-specs  ·  EACPP-1290  ·  Sun Life ACP Product Team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606070"/>
                </a:solidFill>
                <a:latin typeface="Calibri"/>
              </a:rPr>
              <a:t>Every claim carries a source and a revision. Every absence is a search that returned nothing.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